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0"/>
    <p:restoredTop sz="96327"/>
  </p:normalViewPr>
  <p:slideViewPr>
    <p:cSldViewPr snapToGrid="0">
      <p:cViewPr varScale="1">
        <p:scale>
          <a:sx n="146" d="100"/>
          <a:sy n="146" d="100"/>
        </p:scale>
        <p:origin x="2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22748-102B-215E-4248-59F383E90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A7117C-B723-CAFF-5DA2-55D90D6E0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8ADE9-1CF1-0F4D-8B0A-9682E6E2A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F5925-D5CB-3A41-B68D-9F03A2E9EEDA}" type="datetimeFigureOut">
              <a:rPr lang="en-NL" smtClean="0"/>
              <a:t>09/02/2024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F6E48-5E57-5858-08ED-9866DAC8C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CD5A8-37C4-D995-260F-B78C0C4BF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ADF8-4F06-0742-86B1-F06DD80A402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46343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19CA9-8FF0-A9E8-AD9D-09EFFEC26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DD59A-A1E3-B292-0803-F2006700B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D643B-E55A-5786-DF58-60EF0B076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F5925-D5CB-3A41-B68D-9F03A2E9EEDA}" type="datetimeFigureOut">
              <a:rPr lang="en-NL" smtClean="0"/>
              <a:t>09/02/2024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06EC1-B23C-49D0-064E-2588C44A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47B0A-E27F-4091-EE2B-1EA6BB291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ADF8-4F06-0742-86B1-F06DD80A402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810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37CFC-1B1A-D0DB-1373-6AFB2E3D7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B23A7-D8A7-4B7C-D65B-BBA6D15B0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9A459-EF80-1DF0-F1CD-5E7F8C901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F5925-D5CB-3A41-B68D-9F03A2E9EEDA}" type="datetimeFigureOut">
              <a:rPr lang="en-NL" smtClean="0"/>
              <a:t>09/02/2024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C8CED-8BA2-8791-820B-6DEACBCB7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4C474-3C08-73C7-ABEA-8B88C9774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ADF8-4F06-0742-86B1-F06DD80A402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37730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4FDA7-19D3-EE2D-F1DE-33A0ECA4C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396F4-9B63-9C3B-9BF8-9F2D97EF32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666AE-0817-958B-3D69-4175662B8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40DC7-4D94-D6C2-0A80-EF7A1F4A1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F5925-D5CB-3A41-B68D-9F03A2E9EEDA}" type="datetimeFigureOut">
              <a:rPr lang="en-NL" smtClean="0"/>
              <a:t>09/02/2024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42F39-69B2-715B-FEB3-C9AF4E265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E3748-035A-4AB9-0BE3-07F2F3183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ADF8-4F06-0742-86B1-F06DD80A402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03038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B9C75-99F9-65B8-E739-AB97B0D96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727C5-384D-7C07-0AF0-BC2AE4A88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4FDBF-90B1-FCFE-0DCD-90416F2D3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346486-2540-5F1C-3E7E-3B15B77179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81868-559B-08DF-7DDB-1E58EFE8D9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993648-5085-7F78-135F-94CD81873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F5925-D5CB-3A41-B68D-9F03A2E9EEDA}" type="datetimeFigureOut">
              <a:rPr lang="en-NL" smtClean="0"/>
              <a:t>09/02/2024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7B1BA8-2AFA-6E70-3FF6-F12F5B100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CD5F29-3AA4-08DA-F98A-E05F65AB1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ADF8-4F06-0742-86B1-F06DD80A402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9790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071FA-3A8D-8FBB-DE25-08C16A9F8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9BC887-1BAE-D5C1-FE22-5EAD9C7AA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F5925-D5CB-3A41-B68D-9F03A2E9EEDA}" type="datetimeFigureOut">
              <a:rPr lang="en-NL" smtClean="0"/>
              <a:t>09/02/2024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0352A7-AA53-25E1-CB90-F04E7B8F5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355CE8-2D35-54E1-0B09-69E3E45C0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ADF8-4F06-0742-86B1-F06DD80A402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70249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F8F890-9D94-48D6-81CA-112CAA8D9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F5925-D5CB-3A41-B68D-9F03A2E9EEDA}" type="datetimeFigureOut">
              <a:rPr lang="en-NL" smtClean="0"/>
              <a:t>09/02/2024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2E1FAE-AECB-1CA2-FBF5-2635A47D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2A541-700C-818D-932F-6C56518E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ADF8-4F06-0742-86B1-F06DD80A402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0327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D25A2-3A06-FECD-C261-772596C17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ACC4F-F6D0-26B8-F556-8860EFF72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A0C315-FB0E-50E6-1058-7FFDAD792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19DE6B-A996-564F-A5AF-0EA151ED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F5925-D5CB-3A41-B68D-9F03A2E9EEDA}" type="datetimeFigureOut">
              <a:rPr lang="en-NL" smtClean="0"/>
              <a:t>09/02/2024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F15711-BE9E-DE81-9DBB-E8386581C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43D89-8C70-96DB-C85B-6F900AF87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ADF8-4F06-0742-86B1-F06DD80A402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84997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70C4E-C024-F8A2-FE8E-1EC14AD1E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16BE3A-A6EC-5AA0-7248-1CA4FA4A26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6A33F8-4036-47A9-BACD-7A33ACFAD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4CAB96-DD95-E6EB-5B31-4DCA79DD4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F5925-D5CB-3A41-B68D-9F03A2E9EEDA}" type="datetimeFigureOut">
              <a:rPr lang="en-NL" smtClean="0"/>
              <a:t>09/02/2024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6651B-B439-CA73-F82A-BD8B0A97F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373C1-F27D-0BB6-B975-496F5EE05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ADF8-4F06-0742-86B1-F06DD80A402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98577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474BB-A73D-5351-D93F-CC1073C3C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AFC583-BCBF-5B9C-F7FE-70D10CD5E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2F82A-9C82-DD8E-103C-18D9AB71A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F5925-D5CB-3A41-B68D-9F03A2E9EEDA}" type="datetimeFigureOut">
              <a:rPr lang="en-NL" smtClean="0"/>
              <a:t>09/02/2024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29CDA-C7AC-5018-7A5F-3650A02FE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9325F-E525-ADCB-5DDB-9F9A84033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ADF8-4F06-0742-86B1-F06DD80A402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97957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7C84B6-C7CD-E18E-54BE-72A510C49F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2617CE-48B8-3C63-659F-1B71BCEE45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BF9FE-F321-E5F0-EDC7-DCCD0259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F5925-D5CB-3A41-B68D-9F03A2E9EEDA}" type="datetimeFigureOut">
              <a:rPr lang="en-NL" smtClean="0"/>
              <a:t>09/02/2024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18BC8-1D71-F9B1-DF9F-B4ABE3747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A8632-03BD-3998-36B3-D5541C1CB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ADF8-4F06-0742-86B1-F06DD80A402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60946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EEEFA-5EB5-F2DF-2EEC-E33373F6C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06D34-F396-DD2B-504E-485C36803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B2FFA-2550-51FA-59E9-D56EC8CF5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0F5925-D5CB-3A41-B68D-9F03A2E9EEDA}" type="datetimeFigureOut">
              <a:rPr lang="en-NL" smtClean="0"/>
              <a:t>09/02/2024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E4B07-250D-63DA-9FA4-A16D19C60B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052E0-54AB-FE0E-3C07-549EDA0A99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D4ADF8-4F06-0742-86B1-F06DD80A402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52124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CB9C4-E441-9349-F276-65EDA83FBD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BA8638-48E3-1364-7673-A1CE5AAD32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36253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443B2-888C-DE39-1BB8-4B16B58E9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Approximated SFO energy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48700-7A13-5DB6-4E39-C57A4CF3FC10}"/>
              </a:ext>
            </a:extLst>
          </p:cNvPr>
          <p:cNvCxnSpPr/>
          <p:nvPr/>
        </p:nvCxnSpPr>
        <p:spPr>
          <a:xfrm>
            <a:off x="3008812" y="3346265"/>
            <a:ext cx="990600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9DC75A8-51C1-82FB-4075-6978E3786811}"/>
              </a:ext>
            </a:extLst>
          </p:cNvPr>
          <p:cNvCxnSpPr/>
          <p:nvPr/>
        </p:nvCxnSpPr>
        <p:spPr>
          <a:xfrm>
            <a:off x="3008812" y="4056013"/>
            <a:ext cx="990600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7352C8-0A54-92E2-CCCF-94888CB556D5}"/>
              </a:ext>
            </a:extLst>
          </p:cNvPr>
          <p:cNvCxnSpPr/>
          <p:nvPr/>
        </p:nvCxnSpPr>
        <p:spPr>
          <a:xfrm>
            <a:off x="2303418" y="5083627"/>
            <a:ext cx="990600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4861BA-A105-C9AD-3AFC-E3B17504746A}"/>
              </a:ext>
            </a:extLst>
          </p:cNvPr>
          <p:cNvCxnSpPr/>
          <p:nvPr/>
        </p:nvCxnSpPr>
        <p:spPr>
          <a:xfrm>
            <a:off x="3718561" y="5083627"/>
            <a:ext cx="990600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56E8769-5ECF-997A-9BDC-DEDFA19C9817}"/>
              </a:ext>
            </a:extLst>
          </p:cNvPr>
          <p:cNvSpPr txBox="1"/>
          <p:nvPr/>
        </p:nvSpPr>
        <p:spPr>
          <a:xfrm>
            <a:off x="2162105" y="312838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1.3 eV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C2E4BD-6A9C-C1B5-710E-AF6FBAFD46CE}"/>
              </a:ext>
            </a:extLst>
          </p:cNvPr>
          <p:cNvSpPr txBox="1"/>
          <p:nvPr/>
        </p:nvSpPr>
        <p:spPr>
          <a:xfrm>
            <a:off x="2091573" y="3838495"/>
            <a:ext cx="846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-0.1 eV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F08BE1-8090-71E9-7903-96F9052332AB}"/>
              </a:ext>
            </a:extLst>
          </p:cNvPr>
          <p:cNvSpPr txBox="1"/>
          <p:nvPr/>
        </p:nvSpPr>
        <p:spPr>
          <a:xfrm>
            <a:off x="1315397" y="4870046"/>
            <a:ext cx="846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-2.0 eV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1886D8-783B-2662-B063-AB6FE2D0D4C3}"/>
              </a:ext>
            </a:extLst>
          </p:cNvPr>
          <p:cNvSpPr txBox="1"/>
          <p:nvPr/>
        </p:nvSpPr>
        <p:spPr>
          <a:xfrm>
            <a:off x="2970953" y="1881329"/>
            <a:ext cx="10663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3600" dirty="0"/>
              <a:t>MOs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368FD7-2B95-0865-E736-473D2CB06E72}"/>
              </a:ext>
            </a:extLst>
          </p:cNvPr>
          <p:cNvSpPr txBox="1"/>
          <p:nvPr/>
        </p:nvSpPr>
        <p:spPr>
          <a:xfrm>
            <a:off x="8827468" y="1900920"/>
            <a:ext cx="9099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3600" dirty="0"/>
              <a:t>SFO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BA7CC05-F487-C3DF-2CBD-96C1917478DD}"/>
              </a:ext>
            </a:extLst>
          </p:cNvPr>
          <p:cNvCxnSpPr/>
          <p:nvPr/>
        </p:nvCxnSpPr>
        <p:spPr>
          <a:xfrm>
            <a:off x="8797467" y="4205654"/>
            <a:ext cx="990600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1277228-63EC-95AB-E827-C609A6F5BFC4}"/>
              </a:ext>
            </a:extLst>
          </p:cNvPr>
          <p:cNvSpPr txBox="1"/>
          <p:nvPr/>
        </p:nvSpPr>
        <p:spPr>
          <a:xfrm>
            <a:off x="10100427" y="4020988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??? eV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776E934-7EEE-97DC-294E-2AB4B21AA62C}"/>
              </a:ext>
            </a:extLst>
          </p:cNvPr>
          <p:cNvCxnSpPr/>
          <p:nvPr/>
        </p:nvCxnSpPr>
        <p:spPr>
          <a:xfrm>
            <a:off x="3999412" y="3346265"/>
            <a:ext cx="4828056" cy="8615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8996930-1855-CCDA-12CC-713F9332796A}"/>
              </a:ext>
            </a:extLst>
          </p:cNvPr>
          <p:cNvCxnSpPr/>
          <p:nvPr/>
        </p:nvCxnSpPr>
        <p:spPr>
          <a:xfrm>
            <a:off x="3999412" y="4056013"/>
            <a:ext cx="4828056" cy="1518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07F4581-098A-44FD-30E0-6F024E484DFB}"/>
              </a:ext>
            </a:extLst>
          </p:cNvPr>
          <p:cNvCxnSpPr/>
          <p:nvPr/>
        </p:nvCxnSpPr>
        <p:spPr>
          <a:xfrm flipV="1">
            <a:off x="4709161" y="4207827"/>
            <a:ext cx="4118307" cy="8758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55ADDC0-3927-66A8-9294-BDA0ED77F727}"/>
              </a:ext>
            </a:extLst>
          </p:cNvPr>
          <p:cNvSpPr txBox="1"/>
          <p:nvPr/>
        </p:nvSpPr>
        <p:spPr>
          <a:xfrm>
            <a:off x="5939326" y="3335381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c = 5%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F152B4-6093-D5F2-31FE-5C45C5469E82}"/>
              </a:ext>
            </a:extLst>
          </p:cNvPr>
          <p:cNvSpPr txBox="1"/>
          <p:nvPr/>
        </p:nvSpPr>
        <p:spPr>
          <a:xfrm>
            <a:off x="5271914" y="4091729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c = 63%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DFAC90-0C9C-D470-F8B4-064441D19851}"/>
              </a:ext>
            </a:extLst>
          </p:cNvPr>
          <p:cNvSpPr txBox="1"/>
          <p:nvPr/>
        </p:nvSpPr>
        <p:spPr>
          <a:xfrm>
            <a:off x="6622002" y="4559127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c = 6%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EE00081-8A7D-1C3C-CF9E-7D98B831263A}"/>
                  </a:ext>
                </a:extLst>
              </p:cNvPr>
              <p:cNvSpPr txBox="1"/>
              <p:nvPr/>
            </p:nvSpPr>
            <p:spPr>
              <a:xfrm>
                <a:off x="2777071" y="5777432"/>
                <a:ext cx="7689862" cy="10415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𝑎𝑝𝑝𝑟𝑜𝑥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𝑆𝐹𝑂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𝑀𝑂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5%∗1.3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63% ∗−0.1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6% ∗−2.0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6%∗−2.0</m:t>
                      </m:r>
                    </m:oMath>
                  </m:oMathPara>
                </a14:m>
                <a:endParaRPr lang="en-US" b="0" dirty="0"/>
              </a:p>
              <a:p>
                <a:endParaRPr lang="en-NL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EE00081-8A7D-1C3C-CF9E-7D98B8312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071" y="5777432"/>
                <a:ext cx="7689862" cy="1041567"/>
              </a:xfrm>
              <a:prstGeom prst="rect">
                <a:avLst/>
              </a:prstGeom>
              <a:blipFill>
                <a:blip r:embed="rId2"/>
                <a:stretch>
                  <a:fillRect t="-90361" b="-9759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9710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98C24-273E-E139-7C6A-E0B6F9A80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The benchmark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673B1-21DD-8A9B-72D3-5065C287B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 dirty="0"/>
              <a:t>Energy gaps are important properties for e.g. reactivity</a:t>
            </a:r>
          </a:p>
          <a:p>
            <a:r>
              <a:rPr lang="en-NL" dirty="0"/>
              <a:t>How do they converge as a function of basis-set size?</a:t>
            </a:r>
          </a:p>
          <a:p>
            <a:pPr lvl="1"/>
            <a:r>
              <a:rPr lang="en-NL" dirty="0"/>
              <a:t>How do the different energies converge?</a:t>
            </a:r>
          </a:p>
          <a:p>
            <a:r>
              <a:rPr lang="en-NL" dirty="0"/>
              <a:t>Bigger basis-sets include higher and higher energy LUMOs</a:t>
            </a:r>
          </a:p>
          <a:p>
            <a:pPr lvl="1"/>
            <a:r>
              <a:rPr lang="en-NL" dirty="0"/>
              <a:t>How does this influence the approximate energies?</a:t>
            </a:r>
          </a:p>
        </p:txBody>
      </p:sp>
    </p:spTree>
    <p:extLst>
      <p:ext uri="{BB962C8B-B14F-4D97-AF65-F5344CB8AC3E}">
        <p14:creationId xmlns:p14="http://schemas.microsoft.com/office/powerpoint/2010/main" val="2799170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4F09A-942E-1B1E-BBF9-075B8D355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BF31C-376A-24AE-3DA6-72464B58B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 dirty="0"/>
              <a:t>PyOrb is in an advanced stage</a:t>
            </a:r>
          </a:p>
          <a:p>
            <a:pPr lvl="1"/>
            <a:r>
              <a:rPr lang="en-NL" dirty="0"/>
              <a:t>Can read SFO energies, site-energies and approximate energies</a:t>
            </a:r>
          </a:p>
          <a:p>
            <a:endParaRPr lang="en-NL" dirty="0"/>
          </a:p>
          <a:p>
            <a:r>
              <a:rPr lang="en-NL" dirty="0"/>
              <a:t>Energy-gaps converge with basis-set size</a:t>
            </a:r>
          </a:p>
          <a:p>
            <a:pPr lvl="1"/>
            <a:r>
              <a:rPr lang="en-NL" dirty="0"/>
              <a:t>Approximate energies generally close to site-energies</a:t>
            </a:r>
          </a:p>
          <a:p>
            <a:endParaRPr lang="en-NL" dirty="0"/>
          </a:p>
          <a:p>
            <a:r>
              <a:rPr lang="en-NL" dirty="0"/>
              <a:t>Approximate energies suffer from issues in some systems</a:t>
            </a:r>
          </a:p>
          <a:p>
            <a:pPr lvl="1"/>
            <a:r>
              <a:rPr lang="en-NL" dirty="0"/>
              <a:t>Due to issues in Mulliken contributions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85048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132</Words>
  <Application>Microsoft Macintosh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Office Theme</vt:lpstr>
      <vt:lpstr>PowerPoint Presentation</vt:lpstr>
      <vt:lpstr>Approximated SFO energy</vt:lpstr>
      <vt:lpstr>The benchmark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Hordijk, Y. (Yuman)</dc:creator>
  <cp:lastModifiedBy>Hordijk, Y. (Yuman)</cp:lastModifiedBy>
  <cp:revision>4</cp:revision>
  <dcterms:created xsi:type="dcterms:W3CDTF">2024-02-09T12:06:59Z</dcterms:created>
  <dcterms:modified xsi:type="dcterms:W3CDTF">2024-02-09T12:38:57Z</dcterms:modified>
</cp:coreProperties>
</file>